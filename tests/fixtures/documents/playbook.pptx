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Liability cap shall not exceed 12 months of fees.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Agreement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positions and fallbacks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Either party may terminate on 60 days notice.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